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本页右半边为封存视觉底图，左侧标题、关键词卡片和答辩信息为可编辑文本对象。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1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ppt_work/left_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66751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5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基于 </a:t>
            </a:r>
            <a:pPr indent="0" marL="0">
              <a:buNone/>
            </a:pPr>
            <a:r>
              <a:rPr lang="en-US" sz="395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ESP32</a:t>
            </a:r>
            <a:pPr indent="0" marL="0">
              <a:buNone/>
            </a:pPr>
            <a:r>
              <a:rPr lang="en-US" sz="395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 的</a:t>
            </a:r>
            <a:endParaRPr lang="en-US" sz="3950" dirty="0"/>
          </a:p>
        </p:txBody>
      </p:sp>
      <p:sp>
        <p:nvSpPr>
          <p:cNvPr id="5" name="Text 1"/>
          <p:cNvSpPr/>
          <p:nvPr/>
        </p:nvSpPr>
        <p:spPr>
          <a:xfrm>
            <a:off x="512064" y="1371600"/>
            <a:ext cx="5413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5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全屋智能管理终端设计</a:t>
            </a:r>
            <a:endParaRPr lang="en-US" sz="3850" dirty="0"/>
          </a:p>
        </p:txBody>
      </p:sp>
      <p:sp>
        <p:nvSpPr>
          <p:cNvPr id="6" name="Shape 2"/>
          <p:cNvSpPr/>
          <p:nvPr/>
        </p:nvSpPr>
        <p:spPr>
          <a:xfrm>
            <a:off x="512064" y="2258568"/>
            <a:ext cx="2834640" cy="384048"/>
          </a:xfrm>
          <a:prstGeom prst="roundRect">
            <a:avLst>
              <a:gd name="adj" fmla="val 28571"/>
            </a:avLst>
          </a:prstGeom>
          <a:solidFill>
            <a:srgbClr val="F8FBFF">
              <a:alpha val="93000"/>
            </a:srgbClr>
          </a:solidFill>
          <a:ln w="13970">
            <a:solidFill>
              <a:srgbClr val="1062F1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944" y="2350008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32688" y="23317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灵汐全屋智能控制中心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12064" y="2871216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A1F4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融合 WebUI 管理、语音服务、节点协同与多端访问的低成本全屋智能原型方案</a:t>
            </a:r>
            <a:endParaRPr lang="en-US" sz="1320" dirty="0"/>
          </a:p>
        </p:txBody>
      </p:sp>
      <p:sp>
        <p:nvSpPr>
          <p:cNvPr id="10" name="Shape 5"/>
          <p:cNvSpPr/>
          <p:nvPr/>
        </p:nvSpPr>
        <p:spPr>
          <a:xfrm>
            <a:off x="475488" y="3621024"/>
            <a:ext cx="1005840" cy="1161288"/>
          </a:xfrm>
          <a:prstGeom prst="roundRect">
            <a:avLst>
              <a:gd name="adj" fmla="val 727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9FF"/>
            </a:solidFill>
            <a:prstDash val="solid"/>
          </a:ln>
          <a:effectLst>
            <a:outerShdw sx="100000" sy="100000" kx="0" ky="0" algn="bl" rotWithShape="0" blurRad="25400" dist="50800" dir="2700000">
              <a:srgbClr val="BFD2EF">
                <a:alpha val="2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96" y="3776472"/>
            <a:ext cx="429768" cy="4023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6928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中控网关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12064" y="455371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263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统一管理与调度</a:t>
            </a:r>
            <a:endParaRPr lang="en-US" sz="700" dirty="0"/>
          </a:p>
        </p:txBody>
      </p:sp>
      <p:sp>
        <p:nvSpPr>
          <p:cNvPr id="14" name="Shape 8"/>
          <p:cNvSpPr/>
          <p:nvPr/>
        </p:nvSpPr>
        <p:spPr>
          <a:xfrm>
            <a:off x="1591056" y="3621024"/>
            <a:ext cx="1005840" cy="1161288"/>
          </a:xfrm>
          <a:prstGeom prst="roundRect">
            <a:avLst>
              <a:gd name="adj" fmla="val 727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9FF"/>
            </a:solidFill>
            <a:prstDash val="solid"/>
          </a:ln>
          <a:effectLst>
            <a:outerShdw sx="100000" sy="100000" kx="0" ky="0" algn="bl" rotWithShape="0" blurRad="25400" dist="50800" dir="2700000">
              <a:srgbClr val="BFD2EF">
                <a:alpha val="2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664" y="3776472"/>
            <a:ext cx="429768" cy="4023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82496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分布式节点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627632" y="455371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263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感知采集与执行控制</a:t>
            </a:r>
            <a:endParaRPr lang="en-US" sz="700" dirty="0"/>
          </a:p>
        </p:txBody>
      </p:sp>
      <p:sp>
        <p:nvSpPr>
          <p:cNvPr id="18" name="Shape 11"/>
          <p:cNvSpPr/>
          <p:nvPr/>
        </p:nvSpPr>
        <p:spPr>
          <a:xfrm>
            <a:off x="2706624" y="3621024"/>
            <a:ext cx="1005840" cy="1161288"/>
          </a:xfrm>
          <a:prstGeom prst="roundRect">
            <a:avLst>
              <a:gd name="adj" fmla="val 727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9FF"/>
            </a:solidFill>
            <a:prstDash val="solid"/>
          </a:ln>
          <a:effectLst>
            <a:outerShdw sx="100000" sy="100000" kx="0" ky="0" algn="bl" rotWithShape="0" blurRad="25400" dist="50800" dir="2700000">
              <a:srgbClr val="BFD2EF">
                <a:alpha val="2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99232" y="3776472"/>
            <a:ext cx="429768" cy="4023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798064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WebUI 交互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2743200" y="455371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263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本地管理与可视化</a:t>
            </a:r>
            <a:endParaRPr lang="en-US" sz="700" dirty="0"/>
          </a:p>
        </p:txBody>
      </p:sp>
      <p:sp>
        <p:nvSpPr>
          <p:cNvPr id="22" name="Shape 14"/>
          <p:cNvSpPr/>
          <p:nvPr/>
        </p:nvSpPr>
        <p:spPr>
          <a:xfrm>
            <a:off x="3822192" y="3621024"/>
            <a:ext cx="1005840" cy="1161288"/>
          </a:xfrm>
          <a:prstGeom prst="roundRect">
            <a:avLst>
              <a:gd name="adj" fmla="val 727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9FF"/>
            </a:solidFill>
            <a:prstDash val="solid"/>
          </a:ln>
          <a:effectLst>
            <a:outerShdw sx="100000" sy="100000" kx="0" ky="0" algn="bl" rotWithShape="0" blurRad="25400" dist="50800" dir="2700000">
              <a:srgbClr val="BFD2EF">
                <a:alpha val="2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4800" y="3776472"/>
            <a:ext cx="429768" cy="40233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913632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语音服务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3858768" y="455371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263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语音识别与指令执行</a:t>
            </a:r>
            <a:endParaRPr lang="en-US" sz="700" dirty="0"/>
          </a:p>
        </p:txBody>
      </p:sp>
      <p:sp>
        <p:nvSpPr>
          <p:cNvPr id="26" name="Shape 17"/>
          <p:cNvSpPr/>
          <p:nvPr/>
        </p:nvSpPr>
        <p:spPr>
          <a:xfrm>
            <a:off x="4937760" y="3621024"/>
            <a:ext cx="1005840" cy="1161288"/>
          </a:xfrm>
          <a:prstGeom prst="roundRect">
            <a:avLst>
              <a:gd name="adj" fmla="val 727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9FF"/>
            </a:solidFill>
            <a:prstDash val="solid"/>
          </a:ln>
          <a:effectLst>
            <a:outerShdw sx="100000" sy="100000" kx="0" ky="0" algn="bl" rotWithShape="0" blurRad="25400" dist="50800" dir="2700000">
              <a:srgbClr val="BFD2EF">
                <a:alpha val="20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30368" y="3776472"/>
            <a:ext cx="429768" cy="4023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29200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3C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多端访问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4974336" y="455371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2638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远程控制与移动端接入</a:t>
            </a:r>
            <a:endParaRPr lang="en-US" sz="700" dirty="0"/>
          </a:p>
        </p:txBody>
      </p:sp>
      <p:sp>
        <p:nvSpPr>
          <p:cNvPr id="30" name="Shape 20"/>
          <p:cNvSpPr/>
          <p:nvPr/>
        </p:nvSpPr>
        <p:spPr>
          <a:xfrm>
            <a:off x="512064" y="5468112"/>
            <a:ext cx="5230368" cy="0"/>
          </a:xfrm>
          <a:prstGeom prst="line">
            <a:avLst/>
          </a:prstGeom>
          <a:noFill/>
          <a:ln w="12700">
            <a:solidFill>
              <a:srgbClr val="DCE7F7">
                <a:alpha val="70000"/>
              </a:srgbClr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2944368" y="5559552"/>
            <a:ext cx="0" cy="1005840"/>
          </a:xfrm>
          <a:prstGeom prst="line">
            <a:avLst/>
          </a:prstGeom>
          <a:noFill/>
          <a:ln w="12700">
            <a:solidFill>
              <a:srgbClr val="CCE0FF">
                <a:alpha val="8500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2064" y="5669280"/>
            <a:ext cx="210312" cy="21031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50392" y="56509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学校：</a:t>
            </a:r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内蒙古科技大学</a:t>
            </a:r>
            <a:endParaRPr lang="en-US" sz="13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2064" y="6035040"/>
            <a:ext cx="210312" cy="21031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850392" y="60167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学生：</a:t>
            </a:r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林嘉鑫</a:t>
            </a:r>
            <a:endParaRPr lang="en-US" sz="13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2064" y="6400800"/>
            <a:ext cx="210312" cy="21031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50392" y="63825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学号：</a:t>
            </a:r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2267308134</a:t>
            </a:r>
            <a:endParaRPr lang="en-US" sz="13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28416" y="5669280"/>
            <a:ext cx="210312" cy="21031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3666744" y="565099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专业：</a:t>
            </a:r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测控技术与仪器</a:t>
            </a:r>
            <a:endParaRPr lang="en-US" sz="135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328416" y="6035040"/>
            <a:ext cx="210312" cy="21031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3666744" y="60167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指导教师：</a:t>
            </a:r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肖俊生 副教授</a:t>
            </a:r>
            <a:endParaRPr lang="en-US" sz="13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28416" y="6400800"/>
            <a:ext cx="210312" cy="210312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3666744" y="638251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62F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时间：</a:t>
            </a:r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2026 年 6 月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ESP32 的全屋智能管理终端设计</dc:title>
  <dc:subject>基于 ESP32 的全屋智能管理终端设计</dc:subject>
  <dc:creator>OpenAI</dc:creator>
  <cp:lastModifiedBy>OpenAI</cp:lastModifiedBy>
  <cp:revision>1</cp:revision>
  <dcterms:created xsi:type="dcterms:W3CDTF">2026-06-08T13:26:31Z</dcterms:created>
  <dcterms:modified xsi:type="dcterms:W3CDTF">2026-06-08T13:26:31Z</dcterms:modified>
</cp:coreProperties>
</file>